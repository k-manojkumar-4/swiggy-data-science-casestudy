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Analysis &amp; Machine Learning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A3A3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(2025)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474720" y="2971800"/>
            <a:ext cx="219456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Data Science Project  |  197K Listings  |  28 Cities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 -&gt;  EDA  -&gt;  Statistics  -&gt;  K-Means  -&gt;  Regression  -&gt;  Insights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Portfolio Project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115568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11556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06070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1316736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Scope, goals, and success criteria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1682496"/>
            <a:ext cx="84124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92224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79222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371600" y="17373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Preprocessing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371600" y="1993392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197K listings, cleaning, feature engineering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359152"/>
            <a:ext cx="84124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468880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46888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371600" y="241401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2670048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Price, ratings, geography, categories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84124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145536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14553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371600" y="309067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371600" y="3346704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clustering &amp; Linear Regression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712464"/>
            <a:ext cx="8412480" cy="585216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3822192"/>
            <a:ext cx="640080" cy="365760"/>
          </a:xfrm>
          <a:prstGeom prst="roundRect">
            <a:avLst>
              <a:gd name="adj" fmla="val 12500"/>
            </a:avLst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38221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37673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Recommendations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371600" y="4023360"/>
            <a:ext cx="7132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actions and next steps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Project Delivers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51560"/>
            <a:ext cx="91440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-&gt; Feature Engineering -&gt; EDA -&gt; Statistics -&gt; ML -&gt; Insights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105156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663440" y="1051560"/>
            <a:ext cx="91440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Dataset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937760" y="169164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197,430 dish listings across 28 Indian cities (Jan-Aug 2025)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5760" y="26060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606040"/>
            <a:ext cx="91440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ML Models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0080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segmentation + Linear Regression price baseline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606040"/>
            <a:ext cx="402336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2606040"/>
            <a:ext cx="91440" cy="13716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937760" y="28346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Output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37760" y="324612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business recommendations for platform &amp; restaurants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Analytical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078992"/>
            <a:ext cx="320040" cy="3200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10789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distribution of dish prices and ratings across the platform?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320040" cy="3200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627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1554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strongly are price and rating related?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176272"/>
            <a:ext cx="320040" cy="3200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1762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cities and categories dominate the catalogue?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2724912"/>
            <a:ext cx="320040" cy="3200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27249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26517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dishes be segmented into meaningful groups?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3273552"/>
            <a:ext cx="320040" cy="3200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32735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2004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rating features alone predict dish price?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11480" y="3822192"/>
            <a:ext cx="320040" cy="320040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411480" y="38221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14400" y="374904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concrete recommendations follow from the data?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Dataset Snapshot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132588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197K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20040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Dish Listings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737360" y="10972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737360" y="1097280"/>
            <a:ext cx="132588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173736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Cities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154680" y="10972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097280"/>
            <a:ext cx="132588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315468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~993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54680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0" y="10972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0" y="1097280"/>
            <a:ext cx="132588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Rs 268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989320" y="10972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989320" y="1097280"/>
            <a:ext cx="132588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598932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4.34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989320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406640" y="1097280"/>
            <a:ext cx="132588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406640" y="1097280"/>
            <a:ext cx="132588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7406640" y="132588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406640" y="1920240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0040" y="2697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063240"/>
          <a:ext cx="8503920" cy="1051560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 / City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Restaurant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(INR)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Count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Partner name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Menu section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Listed price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1.0 - 5.0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Engagement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&amp; Feature Engineering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97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9728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Conversion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Date to datetime; Price confirmed numeric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97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9728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 found - no imputation needed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9728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9728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6263640" y="1371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17830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~29 exact duplicate rows removed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517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517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 Cleanup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Whitespace stripped from all object columns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6517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517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338328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Awareness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8328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price filter &lt; Rs 1,500 for modelling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6517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6517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62636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337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Month_num, Day, Year derived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EDA Key Findings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515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515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Distribution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Right-skewed. Median Rs 229, IQR Rs 139-329. Most dishes are everyday-value priced.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0" y="10515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0515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333756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3756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high: mean 4.34, median 4.40. Three-quarters of dishes rate &gt;= 4.3.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80760" y="10515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0515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17920" y="164592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dominates listing volume. Platform averages are metro-weighted.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69748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Rating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291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 linear correlation. Higher price does not buy higher ratings.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69748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333756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337560" y="3291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Count is extremely sparse - many dishes have zero or very few ratings.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080760" y="269748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080760" y="269748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6217920" y="292608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17920" y="329184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Recommended, Main Course, Desserts dominate. Recommended is a key surface.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Descriptive Statistics</a:t>
            </a:r>
            <a:endParaRPr lang="en-US" sz="2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051560"/>
          <a:ext cx="7315200" cy="329184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Statistic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(INR)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 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0A0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197,430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197,430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197,430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268.51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4.342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Std. Dev.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219.34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0.423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25th %ile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75th %ile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329.00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1717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K-Means Clustering - Dish Segmentation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Features: Price + Rating + Rating Count  |  Scaled  |  k = 3 (Elbow Method)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8016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80160"/>
            <a:ext cx="91440" cy="8686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38988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64592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/ High-Volume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84708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price, solid ratings, moderate-to-high rating counts. Everyday order backbone.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91440" cy="8686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9572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265176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/ Selective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85800" y="285292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price, high ratings, often lower rating counts. Quality / occasion positioning.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291840"/>
            <a:ext cx="841248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291840"/>
            <a:ext cx="91440" cy="86868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01568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85800" y="3657600"/>
            <a:ext cx="7772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38587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 price, ratings present but very low counts. Need review-generation campaigns.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Linear Regression - Price Prediction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Price (INR)  |  Predictors: Rating + Rating Count  |  80/20 split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325880"/>
            <a:ext cx="265176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Rs 123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13258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91840" y="1325880"/>
            <a:ext cx="265176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329184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0.012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29184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Score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325880"/>
            <a:ext cx="265176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5" name="Text 13"/>
          <p:cNvSpPr/>
          <p:nvPr/>
        </p:nvSpPr>
        <p:spPr>
          <a:xfrm>
            <a:off x="6126480" y="15544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 Rs 210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126480" y="21031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Intercept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65760" y="2834640"/>
            <a:ext cx="8412480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94360" y="2971800"/>
            <a:ext cx="7955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Interpretation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94360" y="3291840"/>
            <a:ext cx="7955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 ~ 0.01 shows that Rating and Rating Count explain almost none of the variation in price. Price is driven by cuisine, costs, restaurant positioning, city economics, and promotions - none of which are in the current feature set. The model is diagnostic, not production-ready.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Key Business Insights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100584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77240" y="96012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 leads catalogue volume - national metrics are metro-weighted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444752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44475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139903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dishes are affordably priced (median Rs 229, IQR Rs 139-329)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1883664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188366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183794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and rating are essentially uncorrelated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322576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322576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77240" y="227685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sparsity is widespread - many dishes lack social proof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761488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27614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715768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value-for-money dishes (good rating + price &lt; Rs 200) are abundant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0" name="Text 18"/>
          <p:cNvSpPr/>
          <p:nvPr/>
        </p:nvSpPr>
        <p:spPr>
          <a:xfrm>
            <a:off x="365760" y="32004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" y="315468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recovers clear value / premium / low-engagement segments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3639312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63931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359359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alone cannot predict price (R2 ~ 0.01)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078224"/>
            <a:ext cx="256032" cy="256032"/>
          </a:xfrm>
          <a:prstGeom prst="ellipse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078224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77240" y="403250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category is a critical discovery surface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Strategic Recommendations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85039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91440" cy="118872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PRIORITY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37160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Incentivise ratings &amp; reviews to reduce sparsity and strengthen ranking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promote high-rated dishes priced under Rs 200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331720"/>
            <a:ext cx="850392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2331720"/>
            <a:ext cx="91440" cy="1234440"/>
          </a:xfrm>
          <a:prstGeom prst="rect">
            <a:avLst/>
          </a:prstGeom>
          <a:solidFill>
            <a:srgbClr val="262626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242316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 PRIORITY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2697480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City-aware menu &amp; pricing guidance for high-price cities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 curation of the Recommended section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cluster labels for differentiated campaigns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3703320"/>
            <a:ext cx="850392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3703320"/>
            <a:ext cx="91440" cy="822960"/>
          </a:xfrm>
          <a:prstGeom prst="rect">
            <a:avLst/>
          </a:prstGeom>
          <a:solidFill>
            <a:srgbClr val="A3A3A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8404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LONGER-TERM   Enrich feature store (cuisine, discounts, delivery SLAs)   Advanced models once features exist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0040" y="13716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50" kern="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32004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8872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88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18872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manipulation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8872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118872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46304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/ Seaborn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30936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2651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6517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&amp; Regression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46120" y="2651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26517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Jupyter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42900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analysis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26480" y="2651760"/>
            <a:ext cx="274320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6350">
            <a:solidFill>
              <a:srgbClr val="D4D4D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26480" y="2651760"/>
            <a:ext cx="2743200" cy="54864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6" name="Text 24"/>
          <p:cNvSpPr/>
          <p:nvPr/>
        </p:nvSpPr>
        <p:spPr>
          <a:xfrm>
            <a:off x="6309360" y="29260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src/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309360" y="33375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2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pipeline code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0" y="4800600"/>
            <a:ext cx="9144000" cy="292608"/>
          </a:xfrm>
          <a:prstGeom prst="rect">
            <a:avLst/>
          </a:prstGeom>
          <a:solidFill>
            <a:srgbClr val="0A0A0A"/>
          </a:solidFill>
          <a:ln w="12700">
            <a:solidFill>
              <a:srgbClr val="0A0A0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4320" y="48006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ML (2025)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955280" y="4800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554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657600" y="2286000"/>
            <a:ext cx="1828800" cy="3657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560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Food Delivery Data Analysis &amp; Machine Learning (2025)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3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pipeline  |  Reproducible code  |  Actionable insights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GitHub-ready portfolio project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Swiggy Food Delivery Data Analysis &amp; Machine Learning (2025)</dc:title>
  <dc:subject>End-to-End Data Science Project</dc:subject>
  <dc:creator>Data Science Portfolio</dc:creator>
  <cp:lastModifiedBy>Data Science Portfolio</cp:lastModifiedBy>
  <cp:revision>1</cp:revision>
  <dcterms:created xsi:type="dcterms:W3CDTF">2026-08-03T13:44:04Z</dcterms:created>
  <dcterms:modified xsi:type="dcterms:W3CDTF">2026-08-03T13:44:04Z</dcterms:modified>
</cp:coreProperties>
</file>